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WIN08 System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Complete Workflow &amp; Module Flow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Optical ERP System - Order Processing Pipeline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System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app.py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40480" y="1051560"/>
            <a:ext cx="16459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Entry Point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0" y="1051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Streamlit router - loads all modules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Retail/Wholesale Punching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1645920"/>
            <a:ext cx="16459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Order Creation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1645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Cart building &amp; order entry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2240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Validation Gateway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2240280"/>
            <a:ext cx="16459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2240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ACTIVE - validates orders before submission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Order Pipeline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0" y="2834640"/>
            <a:ext cx="16459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Processing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2834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Converts cart → order → saves to DB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474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Backoffice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40480" y="3429000"/>
            <a:ext cx="16459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0" y="3429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Power, allocation, pricing, workflow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06908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069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Workflow Engine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840480" y="4023360"/>
            <a:ext cx="16459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635" tIns="1270" rIns="1270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Routing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0" y="4023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Routes to lab/vendor/stock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Project 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Main Files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•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app.py - Entry point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retail_punching.py - Retail orders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wholesale_punching.py - Wholesale orders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2860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backoffice_management.py - Production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5603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batch_manager.py - Stock allocation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8346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power_engine.py - Power calc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1089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sql_adapter.py - Database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3832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3832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validation_gateway.py - Validation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Subfolders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63440" y="1463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core/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1463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order_engine.py, order_pipeline.py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1783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validators/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17830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engine.py, 5 validators, registry.py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2103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workflow/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2103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engine.py, status.py, router.py, 7 files total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2423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pricing/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pricing_engine.py, discount_engine.py, 5 files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documents/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26480" y="2743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jobcard_engine.py, lab_engine.py, stock_engine.py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3063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ui/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26480" y="3063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5 UI helper modules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Complete Order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ENTRY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1097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retail_punching.py / wholesale_punching.py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1208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Build cart → Capture RX, product, quantity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13716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813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SELECTION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4813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ui_product_selector.py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0" y="14813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Product picker with batch info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65376"/>
            <a:ext cx="13716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653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CONVERSION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186537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core/order_engine.py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18653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Convert cart to standardized order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249424"/>
            <a:ext cx="13716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494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VALIDATION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224942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validation_gateway.py → validators/engine.py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22494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Run 5 validators (RX, Party, Product, Order, Financial)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633472"/>
            <a:ext cx="13716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334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 SAVE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26334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db/order_repository.py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26334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Save order + lines to PostgreSQL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3716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017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6. WORKFLOW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3017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workflow/workflow_engine.py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1208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Initialize workflow status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401568"/>
            <a:ext cx="13716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4015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7. BACKOFFICE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11680" y="3401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backoffice_management.py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34015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Power calc, allocation, pricing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785616"/>
            <a:ext cx="13716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7856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8. ROUTING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011680" y="378561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workflow/engine.py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12080" y="378561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Route to Internal Lab / External Lab / Vendor / Stock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169664"/>
            <a:ext cx="13716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1696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9. DOCUMENTS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011680" y="416966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documents/jobcard_engine.py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0" y="41696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Generate job cards, labels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553712"/>
            <a:ext cx="13716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5537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10. COMPLETION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011680" y="45537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workflow/status.py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12080" y="45537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Update status to READY/DISPATCHED/DELIVERED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Validation Gateway - ACTIVE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 VALIDATION_GATEWAY.PY IS ACTIVE - Used by retail_punching.py and order_pipeline.py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Flow: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validation_gateway.py → validate_before_submit(order_data)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22677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validators/engine.py → ValidationEngine.run()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70662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88950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validators/registry.py → Loads 5 validators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14553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32841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Runs validators: Order, Party, Product, RX, Financial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35844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76732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Returns: { is_valid, errors[], warnings[], results[] 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Active Validators: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4805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4805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OrderValidator - Basic order checks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7091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PartyValidator - Customer validation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9377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9377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ProductValidator - Product existence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1663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51663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RxValidator - Prescription validation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394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3949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FinancialValidator - Credit limits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Workflow Engine Breakdown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Workflow Folder Contents: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engine.py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60320" y="137160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Main workflow orchestrator - runs power, allocation, billing, routing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workflow_engine.py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64592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Initialize line workflow on order creation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status.py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192024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Status tracking functions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status_definitions.py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219456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Status constants (PENDING, ALLOCATED, IN_PRODUCTION, etc.)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router.py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46888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Manufacturing routing logic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transition_rules.py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274320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Status transition rules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history_engine.py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301752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Workflow history tracking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Main Function: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trigger_complete_workflow(line) 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11480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1. update_manufacturing_power() - Calculate vertex correction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434340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2. update_batch_allocation() - FIFO stock allocation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457200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3. update_line_billing() - Calculate pricing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280" y="480060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4. route_manufacturing() - Route to lab/vendor/stock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502920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5. assign_initial_status() - Set workflow status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Pricing Module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PRICING MODULES EXIST BUT LIMITED INTEGRATION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Pricing Folder Files: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•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pricing_gateway.py - Entry point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pricing_engine.py - Apply pricing logic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discount_engine.py - Discount calculations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8346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scheme_engine.py - Pricing schemes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108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tax_engine.py - Tax calculations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Current Usage: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• Pricing logic exists in backoffice_management.py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• Uses update_line_billing() function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57200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• Pricing modules are available for future expansion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Module Dependencies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011680" cy="27432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retail_punching.py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0" y="1097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→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0" y="1097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E2761"/>
                </a:solidFill>
              </a:rPr>
              <a:t>Validates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749040" y="1097280"/>
            <a:ext cx="11887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validation_gateway.py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777240"/>
            <a:ext cx="2011680" cy="27432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retail_punching.py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0" y="777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777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E2761"/>
                </a:solidFill>
              </a:rPr>
              <a:t>Uses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138160" y="777240"/>
            <a:ext cx="54864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ui_product_selector.py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2011680" cy="27432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retail_punching.py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0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1463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E2761"/>
                </a:solidFill>
              </a:rPr>
              <a:t>Allocates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49040" y="1463040"/>
            <a:ext cx="11887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batch_manager.py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0" y="1143000"/>
            <a:ext cx="2011680" cy="27432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order_pipeline.py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32320" y="1143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11430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E2761"/>
                </a:solidFill>
              </a:rPr>
              <a:t>Validates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138160" y="1143000"/>
            <a:ext cx="54864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validation_gateway.py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1828800"/>
            <a:ext cx="2011680" cy="27432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order_pipeline.py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26080" y="1828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E2761"/>
                </a:solidFill>
              </a:rPr>
              <a:t>Converts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749040" y="1828800"/>
            <a:ext cx="11887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order_engine.py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0" y="1508760"/>
            <a:ext cx="2011680" cy="27432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order_pipeline.py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0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1508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E2761"/>
                </a:solidFill>
              </a:rPr>
              <a:t>Saves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138160" y="1508760"/>
            <a:ext cx="54864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order_repository.py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57200" y="2194560"/>
            <a:ext cx="2011680" cy="27432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validation_gateway.py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6032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26080" y="2194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E2761"/>
                </a:solidFill>
              </a:rPr>
              <a:t>Runs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749040" y="2194560"/>
            <a:ext cx="11887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validators/engine.py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0" y="1874520"/>
            <a:ext cx="2011680" cy="27432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backoffice_management.py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3232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→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98080" y="1874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E2761"/>
                </a:solidFill>
              </a:rPr>
              <a:t>Calculates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138160" y="1874520"/>
            <a:ext cx="54864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power_engine.py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57200" y="2560320"/>
            <a:ext cx="2011680" cy="27432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backoffice_management.py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56032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→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926080" y="2560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E2761"/>
                </a:solidFill>
              </a:rPr>
              <a:t>Allocates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49040" y="2560320"/>
            <a:ext cx="11887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batch_manager.py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29200" y="2240280"/>
            <a:ext cx="2011680" cy="27432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backoffice_management.py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3232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→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98080" y="22402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E2761"/>
                </a:solidFill>
              </a:rPr>
              <a:t>Triggers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138160" y="2240280"/>
            <a:ext cx="54864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workflow/engine.py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57200" y="2926080"/>
            <a:ext cx="2011680" cy="27432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workflow/engine.py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6032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→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926080" y="2926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E2761"/>
                </a:solidFill>
              </a:rPr>
              <a:t>Generates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749040" y="2926080"/>
            <a:ext cx="118872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documents/jobcard_engine.py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Key Findings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validation_gateway.py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49040" y="1234440"/>
            <a:ext cx="914400" cy="228600"/>
          </a:xfrm>
          <a:prstGeom prst="rect">
            <a:avLst/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Actively used by retail_punching.py and order_pipeline.py. Runs 5 validators via validators/engine.py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365760" cy="36576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workflow/ folder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2103120"/>
            <a:ext cx="914400" cy="228600"/>
          </a:xfrm>
          <a:prstGeom prst="rect">
            <a:avLst/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7 files - Complete workflow orchestration including status, routing, history. Main entry: workflow/engine.py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65760" cy="36576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pricing/ folder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2971800"/>
            <a:ext cx="914400" cy="228600"/>
          </a:xfrm>
          <a:prstGeom prst="rect">
            <a:avLst/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246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5 files exist but pricing logic mainly in backoffice_management.py. Gateway exists for future integration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365760" cy="36576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validators/ folder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3840480"/>
            <a:ext cx="914400" cy="228600"/>
          </a:xfrm>
          <a:prstGeom prst="rect">
            <a:avLst/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9 files - Complete validation framework. Registry pattern with 5 active validators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System Summary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</a:rPr>
              <a:t>1.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Complete modular architecture with clear separation of concerns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</a:rPr>
              <a:t>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514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Validation framework is ACTIVE and properly integrated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</a:rPr>
              <a:t>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Workflow engine handles complete order lifecycle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</a:rPr>
              <a:t>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520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Pricing modules exist but await full integration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</a:rPr>
              <a:t>5.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40233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All core modules (retail, wholesale, backoffice) functional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</a:rPr>
              <a:t>54 Python files | 8 subfolders | 3 main entry points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2026-02-01T16:05:44Z</dcterms:created>
  <dcterms:modified xsi:type="dcterms:W3CDTF">2026-02-01T16:05:44Z</dcterms:modified>
</cp:coreProperties>
</file>